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2" r:id="rId3"/>
    <p:sldId id="263" r:id="rId4"/>
    <p:sldId id="265" r:id="rId5"/>
    <p:sldId id="257" r:id="rId6"/>
    <p:sldId id="258" r:id="rId7"/>
    <p:sldId id="259" r:id="rId8"/>
    <p:sldId id="260" r:id="rId9"/>
    <p:sldId id="261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EE06E-6907-46DC-B298-B4B1011CDA1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BC5A2-0286-485C-BC63-46CDB546D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68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BC5A2-0286-485C-BC63-46CDB546D6D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782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28056-DD95-E8E3-DC21-1C3CE2AE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FF1698E-7F46-E95B-52F9-B4E9BE052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AF2B30-191A-1797-60C7-FB93778E1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67BCD0-8E2C-D321-0199-C4FD946A7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BC5A2-0286-485C-BC63-46CDB546D6D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221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718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63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74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55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57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92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07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7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03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6414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161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2069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772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12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69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06136-4108-482B-AFFF-106B86E3963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18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EB1AC-2E97-98EC-A699-298A5A004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5406" y="1779525"/>
            <a:ext cx="9144000" cy="229081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учебной практике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ПМ02. Осуществление интеграции </a:t>
            </a:r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программных модулей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A271E9-7A07-34B5-71B8-9D5792454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6038" y="130851"/>
            <a:ext cx="9144000" cy="1235935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бюджетное учреждение 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E69DBC7-F925-4CF3-E027-0938593B0E26}"/>
              </a:ext>
            </a:extLst>
          </p:cNvPr>
          <p:cNvSpPr txBox="1">
            <a:spLocks/>
          </p:cNvSpPr>
          <p:nvPr/>
        </p:nvSpPr>
        <p:spPr>
          <a:xfrm>
            <a:off x="5717406" y="4070338"/>
            <a:ext cx="6296526" cy="20249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Красноперова Ульяна Анатольевна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23П-2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 09.02.07 Информационные системы и программирование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Калинин Арсений Олегович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602E7854-E0FE-F252-218F-CC90BB16C4F6}"/>
              </a:ext>
            </a:extLst>
          </p:cNvPr>
          <p:cNvSpPr txBox="1">
            <a:spLocks/>
          </p:cNvSpPr>
          <p:nvPr/>
        </p:nvSpPr>
        <p:spPr>
          <a:xfrm>
            <a:off x="5297905" y="6073542"/>
            <a:ext cx="1596190" cy="538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2026г.</a:t>
            </a:r>
          </a:p>
        </p:txBody>
      </p:sp>
    </p:spTree>
    <p:extLst>
      <p:ext uri="{BB962C8B-B14F-4D97-AF65-F5344CB8AC3E}">
        <p14:creationId xmlns:p14="http://schemas.microsoft.com/office/powerpoint/2010/main" val="89542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C55D8-6565-DC0F-0DE3-D2BA6BE4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F1BF42-B666-C690-1C51-D105E1E43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учебной практики является разработка программных модулей, работы с системами контроля версий, проектирования баз данных и создания API для автоматизации технологических процессов «Технолог», «Лаборатория», «Аппаратчик».</a:t>
            </a:r>
          </a:p>
        </p:txBody>
      </p:sp>
    </p:spTree>
    <p:extLst>
      <p:ext uri="{BB962C8B-B14F-4D97-AF65-F5344CB8AC3E}">
        <p14:creationId xmlns:p14="http://schemas.microsoft.com/office/powerpoint/2010/main" val="71549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7046B-3DA7-037F-4A79-412CEDC81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2ABCAB-E65E-7A2B-D091-9ED7CAFFF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 для выявления требований к программным модулям.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регламент работы оператора и пользовательские сценарии.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Освоить базовые операции в системе контроля версий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структуру базы данных и реализовать API для доступа к данным.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функциональные модули: «Технолог», «Лаборатория», «Аппаратчик».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тестовые наборы и сценарии для проверки корректности работы модулей.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отладку программного модуля и проанализировать полученные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76446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85A42-5BC4-933D-A057-01D97190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4F16BD-1778-217D-083B-E37D9068F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196" y="1718821"/>
            <a:ext cx="6773879" cy="42983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76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AF173-E752-3E50-4DE1-C9D058A6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7" y="14951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1:  Анализ требований и проектирование UX/UI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BAE4BD-EA2E-BACF-D436-2A8AE6BA2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006" y="1253890"/>
            <a:ext cx="10345074" cy="5108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</a:t>
            </a:r>
          </a:p>
          <a:p>
            <a:pPr marL="514350" indent="-514350"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требований и проектирование UX/UI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-диаграмма</a:t>
            </a:r>
          </a:p>
          <a:p>
            <a:pPr marL="514350" indent="-514350"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структуры данных и архитектуры</a:t>
            </a:r>
          </a:p>
          <a:p>
            <a:pPr marL="514350" indent="-514350"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базы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2643D0-3B44-DD4D-8976-877BD1360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072" y="1253890"/>
            <a:ext cx="2186940" cy="36861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1F34E8-5EC4-94A9-4FCE-A4557A3E9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722" y="2768365"/>
            <a:ext cx="293751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1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C604C0E-46A4-C7AE-7B3C-40ADC1B9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7" y="14951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2: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API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1EC969-59DD-1CEE-F576-E584BB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61" y="1279564"/>
            <a:ext cx="7856398" cy="487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сервер приложений (API)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имеющихся API методов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343968-E7E4-A55F-B986-4711AECCF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551" y="3161788"/>
            <a:ext cx="3390900" cy="31927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191046-0EF7-3C94-94B7-6B4DCB8E1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828" y="704876"/>
            <a:ext cx="2941106" cy="386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82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0A39610-0FA2-2146-F18E-F778D1D8D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3:Разработка модуля технолога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B26EE31-A987-98FF-0851-5408312C6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15" y="1260709"/>
            <a:ext cx="5754222" cy="530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технолога в виде настольного приложения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приложения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Реализовать: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Автоматизацию работы технологического отдела предприятия по производству средств защиты растений и должен обеспечивать подготовку, сопровождение и анализ производственного процесса.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64BBC1-7AE9-02FC-256D-8292244786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317" y="1475076"/>
            <a:ext cx="5150177" cy="3040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0890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EFF41-2BE2-9EC7-0799-49ABE77E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5B3D3DF-6038-5406-7264-EB2CE4EA6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4:Разработка модуля лаборатории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CFF5902-8A90-33EC-8DE5-A4DF2FC36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942" y="1402111"/>
            <a:ext cx="6593209" cy="5455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лаборатории представляющий собой настольное приложение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Фиксирование действий пользователя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Исключать: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некорректных действий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Обеспечивать: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Прозрачность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809593C-8AB0-AEA5-557F-08097861B4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797" y="1191901"/>
            <a:ext cx="3729355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5AA11B-D6BF-BD6D-8350-9B2D18F7EF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749" y="2517464"/>
            <a:ext cx="3284220" cy="2903220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BC3C99-27FE-55BA-ED9D-02D83CC40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159" y="4342296"/>
            <a:ext cx="3817620" cy="198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1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D21D-3748-6BF5-F306-4DF0C868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B0E9068-D6A6-5B70-ED4D-43D424F6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5: Разработка модуля аппаратчика 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FCA0970-2CC1-EEAC-3F1D-6B909E8BB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064" y="1252598"/>
            <a:ext cx="8252326" cy="5455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модуль аппаратчика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Общую логику работы клиента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BD841E-45C1-FFF0-695B-431AC441B6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874" y="1297375"/>
            <a:ext cx="3998700" cy="2548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DD457E-EAC0-D066-787E-EDDC416D5D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815" y="3120861"/>
            <a:ext cx="2949575" cy="308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412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2A66-E82A-5958-A301-847A5E10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4F5A8F3-5CA3-2934-13C4-825B74DB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6: Тестирование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48B0C4B-E9F4-EA9A-502B-A186B1E92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064" y="1252598"/>
            <a:ext cx="6593208" cy="5455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Тестовые сценарии (чек-листы, тест-кейсы)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или интеграционные тесты для критичных модулей системы. 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оператора для модуля технолога.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 отладка программного модуля для каждого из программных модулей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Провела: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функциональное тестирование системы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Написала: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Пояснительную записку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FF1C71-2C76-DC63-1629-7A817E024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829" y="607060"/>
            <a:ext cx="3360420" cy="28219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7D9D20-D327-3D39-7B53-6EB1E1E6A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833" y="3770604"/>
            <a:ext cx="2621280" cy="2125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5251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97C87-BDAD-6899-9FB3-E2A859D9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74" y="19158"/>
            <a:ext cx="8911687" cy="128089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7: 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6AA307-0DBA-BABA-BE0A-36006D2A1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0504" y="1569985"/>
            <a:ext cx="4575159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Итоговое содержание практики: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 по учебной практике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Аттестационный лист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Дневник по практике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CA99C66-FF34-CD29-4026-42FE9A8CAA53}"/>
              </a:ext>
            </a:extLst>
          </p:cNvPr>
          <p:cNvSpPr txBox="1">
            <a:spLocks/>
          </p:cNvSpPr>
          <p:nvPr/>
        </p:nvSpPr>
        <p:spPr>
          <a:xfrm>
            <a:off x="1725096" y="1540189"/>
            <a:ext cx="4575159" cy="377762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 БД (с данными)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ERD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Wireframe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Модули Desktop (3 модуля)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Тест-кейсы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Пояснительная записка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оператора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 "Отладка программного модуля"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E1B3958-03BF-13C3-53FC-2694DF7BC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429" y="269449"/>
            <a:ext cx="2306941" cy="32711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E24D177-02D0-3F31-3652-0C64A8DD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703" y="3600731"/>
            <a:ext cx="2144391" cy="3064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1CBBF7F-176E-3658-4EF3-6554243C7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619" y="2259661"/>
            <a:ext cx="2476285" cy="3602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A67AD9B-EC12-E7B3-932E-234C72BE06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339" y="5094346"/>
            <a:ext cx="3963971" cy="1648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2354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0026A-DACF-76D3-35F5-B474B48E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81458E-2636-3413-AE3F-7751A54CD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учебной практики мною были разработаны программные модули, работы с системами контроля версий, проектирования баз данных и создания API для автоматизации технологических процессов «Технолог», «Лаборатория», «Аппаратчик».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практике ПМ02 я научилась работать с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API,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работать с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делать тесты для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96497954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1412</TotalTime>
  <Words>468</Words>
  <Application>Microsoft Office PowerPoint</Application>
  <PresentationFormat>Широкоэкранный</PresentationFormat>
  <Paragraphs>84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Легкий дым</vt:lpstr>
      <vt:lpstr>ОТЧЕТ   по учебной практике ПМ02. Осуществление интеграции программных модулей</vt:lpstr>
      <vt:lpstr>цель</vt:lpstr>
      <vt:lpstr>Основные задачи</vt:lpstr>
      <vt:lpstr>Диаграмма вариантов использования</vt:lpstr>
      <vt:lpstr>Сессия 1:  Анализ требований и проектирование UX/UI</vt:lpstr>
      <vt:lpstr>Сессия 2: Разработка API</vt:lpstr>
      <vt:lpstr>Сессия 3:Разработка модуля технолога (desktop)</vt:lpstr>
      <vt:lpstr>Сессия 4:Разработка модуля лаборатории (desktop)</vt:lpstr>
      <vt:lpstr>Сессия 5: Разработка модуля аппаратчика (desktop)</vt:lpstr>
      <vt:lpstr>Сессия 6: Тестирование</vt:lpstr>
      <vt:lpstr>Сессия 7: Итог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Sgushello LI</dc:creator>
  <cp:lastModifiedBy>Анатолий Красноперов</cp:lastModifiedBy>
  <cp:revision>16</cp:revision>
  <dcterms:created xsi:type="dcterms:W3CDTF">2026-04-20T16:01:16Z</dcterms:created>
  <dcterms:modified xsi:type="dcterms:W3CDTF">2026-05-19T06:41:58Z</dcterms:modified>
</cp:coreProperties>
</file>